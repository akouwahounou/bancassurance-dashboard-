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Dashboard Bancassurance NSIA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Profil partenaire : AFRICAN 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Date de genertion : 14/09/2026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&amp; Taux de realisation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Objectif 2026 (annee N) : 15,000,000 FCFA</a:t>
            </a:r>
          </a:p>
          <a:p>
            <a:pPr>
              <a:defRPr sz="1400"/>
            </a:pPr>
            <a:r>
              <a:t>Realisation 2025 (annee N-1) : 0 FCFA</a:t>
            </a:r>
          </a:p>
          <a:p>
            <a:pPr>
              <a:defRPr sz="1400"/>
            </a:pPr>
            <a:r>
              <a:t>Realisation 2026 : 8,000,000 FCFA</a:t>
            </a:r>
          </a:p>
          <a:p/>
          <a:p>
            <a:pPr>
              <a:defRPr sz="1400" b="1"/>
            </a:pPr>
            <a:r>
              <a:t>GAP = Objectif(N) - Realisation(N-1) = 7,000,000 FCFA</a:t>
            </a:r>
          </a:p>
          <a:p>
            <a:pPr>
              <a:defRPr sz="1400"/>
            </a:pPr>
            <a:r>
              <a:t>Taux de realisation = Realisation(N) / Objectif(N) = 53.3%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mensuels 2026 - AFRICAN LEASE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40480"/>
            <a:ext cx="8229600" cy="51435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3657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t>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Objectif (FCFA)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Janvier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10,000,000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Février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5,000,000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Juin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Juillet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Août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Septembre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Octobre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Novembre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Décembre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Répartition &amp; Profil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Objectif annuel 2026: 15,000,000 FCFA</a:t>
            </a:r>
          </a:p>
          <a:p>
            <a:pPr>
              <a:defRPr sz="1400"/>
            </a:pPr>
            <a:r>
              <a:t>Réalisation annuelle 2026: 8,000,000 FCFA</a:t>
            </a:r>
          </a:p>
          <a:p>
            <a:pPr>
              <a:defRPr sz="1400" b="1"/>
            </a:pPr>
            <a:r>
              <a:t>GAP: 7,000,000 FCFA</a:t>
            </a:r>
          </a:p>
          <a:p>
            <a:pPr>
              <a:defRPr sz="1400"/>
            </a:pPr>
            <a:r>
              <a:t>Taux de réalisation: 53.3%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Taux de réalisation mensuel - AFRICAN LEASE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Realisations &amp; Commissions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Realisation cumulee 2026 : 8,000,000 FCFA</a:t>
            </a:r>
          </a:p>
          <a:p>
            <a:pPr>
              <a:defRPr sz="1400"/>
            </a:pPr>
            <a:r>
              <a:t>Commission reversee : 15,000,000 FCFA</a:t>
            </a:r>
          </a:p>
          <a:p>
            <a:pPr>
              <a:defRPr sz="1400"/>
            </a:pPr>
            <a:r>
              <a:t>Total a payer : 8,000,000 FCFA</a:t>
            </a:r>
          </a:p>
          <a:p>
            <a:pPr>
              <a:defRPr sz="1400"/>
            </a:pPr>
            <a:r>
              <a:t>Date de traitement : -</a:t>
            </a:r>
          </a:p>
          <a:p>
            <a:pPr>
              <a:defRPr sz="1400"/>
            </a:pPr>
            <a:r>
              <a:t>Date de paiement :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 partenaire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/>
            </a:pPr>
            <a:r>
              <a:t>Points forts :</a:t>
            </a:r>
          </a:p>
          <a:p>
            <a:pPr>
              <a:defRPr sz="1100"/>
            </a:pPr>
            <a:r>
              <a:t>Leasing</a:t>
            </a:r>
          </a:p>
          <a:p/>
          <a:p>
            <a:pPr>
              <a:defRPr sz="1200" b="1"/>
            </a:pPr>
            <a:r>
              <a:t>Points faibles :</a:t>
            </a:r>
          </a:p>
          <a:p>
            <a:pPr>
              <a:defRPr sz="1100"/>
            </a:pPr>
            <a:r>
              <a:t>concurence</a:t>
            </a:r>
          </a:p>
          <a:p/>
          <a:p>
            <a:pPr>
              <a:defRPr sz="1200" b="1"/>
            </a:pPr>
            <a:r>
              <a:t>Points focaux :</a:t>
            </a:r>
          </a:p>
          <a:p>
            <a:pPr>
              <a:defRPr sz="1100"/>
            </a:pPr>
            <a:r>
              <a:t>Non renseigne</a:t>
            </a:r>
          </a:p>
          <a:p/>
          <a:p>
            <a:pPr>
              <a:defRPr sz="1200" b="1"/>
            </a:pPr>
            <a:r>
              <a:t>DG : Koffi </a:t>
            </a:r>
          </a:p>
          <a:p/>
          <a:p>
            <a:pPr>
              <a:defRPr sz="1200" b="1"/>
            </a:pPr>
            <a:r>
              <a:t>Personnes ressources :</a:t>
            </a:r>
          </a:p>
          <a:p>
            <a:pPr>
              <a:defRPr sz="1100"/>
            </a:pPr>
            <a:r>
              <a:t>Anne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Etat des lieux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/>
            </a:pPr>
            <a:r>
              <a:t>Difficultes :</a:t>
            </a:r>
          </a:p>
          <a:p>
            <a:pPr>
              <a:defRPr sz="1100"/>
            </a:pPr>
            <a:r>
              <a:t>aucune</a:t>
            </a:r>
          </a:p>
          <a:p/>
          <a:p>
            <a:pPr>
              <a:defRPr sz="1200" b="1"/>
            </a:pPr>
            <a:r>
              <a:t>Ameliorations / Solutions :</a:t>
            </a:r>
          </a:p>
          <a:p>
            <a:pPr>
              <a:defRPr sz="1100"/>
            </a:pPr>
            <a:r>
              <a:t>aucune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Recommandations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/>
            </a:pPr>
            <a:r>
              <a:t>Recommandations :</a:t>
            </a:r>
          </a:p>
          <a:p>
            <a:pPr>
              <a:defRPr sz="1100"/>
            </a:pPr>
            <a:r>
              <a:t>aucune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 PAC planifiees - AFRICAN 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/>
            </a:pPr>
            <a:r>
              <a:t>Activites planifiees :</a:t>
            </a:r>
          </a:p>
          <a:p>
            <a:pPr>
              <a:defRPr sz="1100"/>
            </a:pPr>
            <a:r>
              <a:t>en cours </a:t>
            </a:r>
          </a:p>
          <a:p/>
          <a:p>
            <a:pPr>
              <a:defRPr sz="1200" b="1"/>
            </a:pPr>
            <a:r>
              <a:t>Cibles :</a:t>
            </a:r>
          </a:p>
          <a:p>
            <a:pPr>
              <a:defRPr sz="1100"/>
            </a:pPr>
            <a:r>
              <a:t>societe</a:t>
            </a:r>
          </a:p>
          <a:p/>
          <a:p>
            <a:pPr>
              <a:defRPr sz="1200" b="1"/>
            </a:pPr>
            <a:r>
              <a:t>Actions sur le dernier trimestre :</a:t>
            </a:r>
          </a:p>
          <a:p>
            <a:pPr>
              <a:defRPr sz="1100"/>
            </a:pPr>
            <a:r>
              <a:t>relance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